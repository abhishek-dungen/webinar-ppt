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bhishekkumar/Downloads/VS Code/Webinar PPT/3/reports/slide-screenshots-2026-01-10T07-59-03-142Z/slide-0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2026-01-10T07:59:06Z</dcterms:created>
  <dcterms:modified xsi:type="dcterms:W3CDTF">2026-01-10T07:59:06Z</dcterms:modified>
</cp:coreProperties>
</file>